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Status: Historical draft; current posture requires evidence refresh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Repository health: not independently verified for this briefing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Governance controls and evidence trail: require current evidence review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Product and policy status: not assessed by this briefing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Production readiness remains unverified pending live deployment evidence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41080" y="2423160"/>
            <a:ext cx="2880360" cy="2697480"/>
          </a:xfrm>
          <a:prstGeom prst="roundRect">
            <a:avLst/>
          </a:prstGeom>
          <a:solidFill>
            <a:srgbClr val="E9F0FA"/>
          </a:solidFill>
          <a:ln w="12700">
            <a:solidFill>
              <a:srgbClr val="C9D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2697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493"/>
                </a:solidFill>
              </a:rPr>
              <a:t>Key Message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15400" y="30632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This historical briefing does not establish current operating posture. Refresh source evidence before making a readiness claim.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Evidence Status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Current posture is unverified until source evidence is reviewed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Governance integrity: Unverified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Repo health: Unverified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228600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Evidence chain: Unverified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Product risk: Not assessed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3017520"/>
            <a:ext cx="3566160" cy="566928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</a:rPr>
              <a:t>Operational readiness: Unverified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10881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15968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Review current, timestamped sources before making a posture or controlled-execution recommendation. Artifact presence alone does not establish runtime health.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Recorded Activities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Claims require their original source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698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Governance review and control-alignment activity is recorded in source documents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Executive cadence and support-triage documentation is recorded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Repository and runtime validation claims require original evidence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This historical draft does not establish current production readiness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5394960"/>
            <a:ext cx="10698480" cy="0"/>
          </a:xfrm>
          <a:prstGeom prst="line">
            <a:avLst/>
          </a:prstGeom>
          <a:noFill/>
          <a:ln w="19050">
            <a:solidFill>
              <a:srgbClr val="B7C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5046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493"/>
                </a:solidFill>
              </a:rPr>
              <a:t>Outcome: no current system posture is established by this historical draft.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Remaining Live-Environment Blockers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Bounded execution dependencies before final 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7543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Provision live DATABASE_URL for the deployment environment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Complete Postgres smoke validation and readiness checks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Finalize Stage 2 GPT publish controls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</a:rPr>
              <a:t>Enforce Stage 3 gateway and WAF controls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41080" y="2377440"/>
            <a:ext cx="2880360" cy="2926080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42832" y="2670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</a:rPr>
              <a:t>Risk Framing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42832" y="3017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These are listed deployment-path dependencies; this briefing does not establish that they are exhaustive.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Evidence Gate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Do not infer overall status from this historical draft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698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Repository health: not assessed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Governance status: not assessed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Do not infer launch approval from this document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</a:rPr>
              <a:t>Confirm current owner, path, and measurable completion criteria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5029200"/>
            <a:ext cx="10698480" cy="10515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4D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340096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Governance approach: proceed deliberately, preserve evidence, and avoid declaring full readiness until live checks pass.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Next Milestones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Evidence-gated path to any future readiness assessment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34086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Provision the live or staging DATABASE_URL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2953512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5409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Complete Postgres setup and smoke validation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666744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7124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Confirm Stage 2 GPT publish controls are active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379976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4805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42569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Enforce Stage 3 gateway and WAF controls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5093208"/>
            <a:ext cx="457200" cy="384048"/>
          </a:xfrm>
          <a:prstGeom prst="round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19379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5138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Re-run evidence-backed checks before final launch closure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46920" y="2240280"/>
            <a:ext cx="19202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493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57232" y="292608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Readiness remains unverified until current live checks and governance evidence pass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SentinelOS Executive Desk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DOE Discussion Draft · Historical draft · 2026-08-20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Leadership Recommendation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</a:rPr>
              <a:t>Historical draft; refresh evidence before 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10698480" cy="960120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F1DB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24328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700"/>
                </a:solidFill>
              </a:rPr>
              <a:t>Hold an overall readiness judgment until current evidence is reviewed.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Proceed with controlled execution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Maintain evidence-driven status reporting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Do not overstate readiness until final live enforcement is complete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5257800"/>
            <a:ext cx="10698480" cy="9601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This historical draft does not establish current program, governance, repository-health, or readiness status.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SentinelOS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SentinelOS Executive Status</dc:title>
  <dc:subject>DOE leadership executive briefing</dc:subject>
  <dc:creator>Executive Desk</dc:creator>
  <cp:lastModifiedBy>Executive Desk</cp:lastModifiedBy>
  <cp:revision>1</cp:revision>
  <dcterms:created xsi:type="dcterms:W3CDTF">2026-10-12T00:45:50Z</dcterms:created>
  <dcterms:modified xsi:type="dcterms:W3CDTF">2026-10-12T00:45:50Z</dcterms:modified>
</cp:coreProperties>
</file>